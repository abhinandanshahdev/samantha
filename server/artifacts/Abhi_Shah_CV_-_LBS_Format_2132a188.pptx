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F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Department of Finance, Abu Dhabi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</a:rPr>
              <a:t>✅ CV Reformatted Successfully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Department of Finance, Abu Dhabi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Abhi Shah CV - LBS Format</dc:title>
  <dc:subject>AI-Generated Presentation</dc:subject>
  <dc:creator>Hekmah AI</dc:creator>
  <cp:lastModifiedBy>Hekmah AI</cp:lastModifiedBy>
  <cp:revision>1</cp:revision>
  <dcterms:created xsi:type="dcterms:W3CDTF">2026-01-03T10:07:41Z</dcterms:created>
  <dcterms:modified xsi:type="dcterms:W3CDTF">2026-01-03T10:07:41Z</dcterms:modified>
</cp:coreProperties>
</file>